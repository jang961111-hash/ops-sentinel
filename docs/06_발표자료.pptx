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안녕하십니까, SKALA 4기 광주 2반 장병헌입니다. 오늘 발표할 프로젝트는 Ops Sentinel, 에이전틱 AI 개념을 적용한 인프라 감시·감사 API입니다.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쇼핑몰형 과제는 대부분 락 제어 하나로만 차별화하는데, 저는 실제로 SK AX가 올해 4월 대신증권과 7년 계약을 맺으며 투입한 에이전틱 AIOps 개념을 개인 과제 스케일로 구현하는 방향을 택했습니다.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프로젝트의 핵심 설계 원칙은 판단과 설명을 분리하는 것입니다. 규칙엔진이 결정론적으로 판단하고, LLM은 그 판단을 사람이 이해할 수 있게 설명만 담당합니다. 그리고 모든 과정은 AOP 기반 감사로그로 100% 기록됩니다.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아키텍처는 지표 시뮬레이터부터 규칙엔진, 사건 생성, 조치 기록, AI 요약까지 5단계 파이프라인으로 구성되어 있고, 모든 단계가 AOP로 감사 로그에 기록됩니다. JPA와 MyBatis는 역할을 명확히 분리했습니다.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데모는 이렇게 진행됩니다. 지표를 강제로 임계치 초과시키면, 시스템이 자동으로 사건을 생성하고, 조치를 기록하고, AI가 판단 근거를 자연어로 요약해줍니다. 이 모든 흐름을 API 하나로 재현할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스택은 스프링부트 3.2와 자바21 기반이고, JPA와 마이바티스를 역할별로 나눴습니다. 동시성 제어, 장애 격리, 감사 기록 세 가지를 신뢰성 설계의 핵심으로 삼았습니다.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정리하면, 이번 프로젝트는 흔한 쇼핑몰형 과제와 다른 각도에서 실제 업계 동향을 근거로 판단 자동화와 검증 가능성이라는 주제를 다뤘습니다. 이상입니다.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Sentinel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에이전틱 인프라 감시·감사 API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4기 광주 2반 · 장병헌  |  백엔드 최종 실습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0" y="548640"/>
            <a:ext cx="2194560" cy="2194560"/>
          </a:xfrm>
          <a:prstGeom prst="ellipse">
            <a:avLst/>
          </a:prstGeom>
          <a:solidFill>
            <a:srgbClr val="2A357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0" y="5486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CADCFC"/>
                </a:solidFill>
              </a:rPr>
              <a:t>⚙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이 주제인가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AIOps의 한계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장애가 발생한 뒤에야 사람이 로그를 뒤져서 원인을 찾는 방식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기준이 코드/사람 머릿속에만 있어 사후 검증이 어려움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쇼핑몰형 과제는 대부분 '재고/포인트 락 제어'로만 차별화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371600"/>
            <a:ext cx="5577840" cy="475488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업계 신호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3063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AX × 대신증권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7년 계약 체결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39776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1단계로 모니터링·백업·장애관리 '에이전트'를 투입 — 선제적으로 탐지·분석·판단하고 조치까지 자동 완료하는 구조를 실제 금융 인프라에 적용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설계 원칙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“판단은 검증 가능해야 한다”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52E6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63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규칙엔진 = 판단(Decision)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임계치 기반 결정론적 로직. 왜 사건이 생성됐는지 100% 재현·추적 가능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52E63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2402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3063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설명(Explanation)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38862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API가 판단 결과를 사람이 읽을 자연어로 요약만 담당 — 의사결정 자체는 하지 않음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291840" cy="4114800"/>
          </a:xfrm>
          <a:prstGeom prst="roundRect">
            <a:avLst>
              <a:gd name="adj" fmla="val 3333"/>
            </a:avLst>
          </a:prstGeom>
          <a:solidFill>
            <a:srgbClr val="252E63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22402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3063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= 감사(Audit)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0" y="38862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로직과 분리된 관심사로, 성공/실패 무관 100% 별도 트랜잭션 기록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지표 시뮬레이터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60320" y="18288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8036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828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규칙엔진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(이상탐지)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92040" y="18288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21208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828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생성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(동시성제어)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0" y="18288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54380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828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(조치기록)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555480" y="18288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87552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1828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요약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BECE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모든 단계, AOP @Around가 가로채서 별도 트랜잭션으로 AuditLog에 기록 (성공/실패 무관)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분리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JPA: 단순 CRUD (Resource, Incident, Action)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MyBatis: 복잡 집계 (analytics, 리소스 위험도 랭킹)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Actuator: 커스텀 HealthIndicator로 CRITICAL 사건 반영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데모 시나리오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508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/api/metrics/simulate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57800" y="15087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리소스에 에러율 8% 강제 주입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자동 처리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57800" y="23774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임계치(5%) 초과 감지 → Incident(HIGH) 자동 생성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246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조치 자동 기록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32461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→ ALERT 액션이 SYSTEM_AGENT 명의로 기록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요약 생성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41148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“에러율 8.2%로 임계치 초과, HIGH 등급 판정 후 알림 조치”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983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/api/incidents/{id}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49834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판단근거+조치이력+감사로그가 모두 연결되어 조회됨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 &amp; 신뢰성 포인트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 · Java 21 · Gradle · JPA + MyBatis · Spring AOP · Spring Scheduling · springdoc-openapi(Swagger) · Actuator · OpenAI API (gpt-4o-mini) · JWT · PostgreSQL/H2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 설계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78308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동시성: 낙관적 락 + unique 제약으로 중복 사건 생성 방지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장애격리: OpenAI 3초 타임아웃 + 폴백 문장, 실패해도 전체 흐름 유지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C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감사: AuditLog는 REQUIRES_NEW 트랜잭션 — 본 로직 롤백돼도 기록은 남음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252E6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1206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51206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사건 처리 과정이 성공/실패와 무관하게 감사로그에 기록되어 사후 검증 가능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마무리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프로젝트가 보여주는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쇼핑몰형 과제와 다른 각도의 차별화 (락 제어 → 판단 자동화+검증 가능성)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업계 동향(SK AX 대신증권 사례)을 근거로 한 기획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AOP·JPA/MyBatis 분리·동시성 제어 등 커리큘럼 핵심 개념을 전부 포함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35040" y="1371600"/>
            <a:ext cx="5577840" cy="475488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받겠습니다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2026-08-08T13:44:08Z</dcterms:created>
  <dcterms:modified xsi:type="dcterms:W3CDTF">2026-08-08T13:44:08Z</dcterms:modified>
</cp:coreProperties>
</file>